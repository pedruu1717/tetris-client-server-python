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8" r:id="rId4"/>
    <p:sldId id="270" r:id="rId5"/>
    <p:sldId id="271" r:id="rId6"/>
    <p:sldId id="274" r:id="rId7"/>
    <p:sldId id="275" r:id="rId8"/>
    <p:sldId id="272" r:id="rId9"/>
    <p:sldId id="273" r:id="rId10"/>
    <p:sldId id="276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DBE39-85A9-4B5B-997B-305987A2C039}" v="38" dt="2021-06-18T23:17:38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if Henrique Faustino" userId="8c06946e-6a02-49d1-813e-483969658ff2" providerId="ADAL" clId="{789DBE39-85A9-4B5B-997B-305987A2C039}"/>
    <pc:docChg chg="undo custSel addSld delSld modSld sldOrd">
      <pc:chgData name="Salif Henrique Faustino" userId="8c06946e-6a02-49d1-813e-483969658ff2" providerId="ADAL" clId="{789DBE39-85A9-4B5B-997B-305987A2C039}" dt="2021-06-18T23:30:51.725" v="914" actId="20577"/>
      <pc:docMkLst>
        <pc:docMk/>
      </pc:docMkLst>
      <pc:sldChg chg="new del">
        <pc:chgData name="Salif Henrique Faustino" userId="8c06946e-6a02-49d1-813e-483969658ff2" providerId="ADAL" clId="{789DBE39-85A9-4B5B-997B-305987A2C039}" dt="2021-06-15T14:54:01.308" v="2" actId="47"/>
        <pc:sldMkLst>
          <pc:docMk/>
          <pc:sldMk cId="373983700" sldId="256"/>
        </pc:sldMkLst>
      </pc:sldChg>
      <pc:sldChg chg="modSp add mod ord">
        <pc:chgData name="Salif Henrique Faustino" userId="8c06946e-6a02-49d1-813e-483969658ff2" providerId="ADAL" clId="{789DBE39-85A9-4B5B-997B-305987A2C039}" dt="2021-06-15T14:57:15.131" v="127" actId="1076"/>
        <pc:sldMkLst>
          <pc:docMk/>
          <pc:sldMk cId="988977761" sldId="256"/>
        </pc:sldMkLst>
        <pc:spChg chg="mod">
          <ac:chgData name="Salif Henrique Faustino" userId="8c06946e-6a02-49d1-813e-483969658ff2" providerId="ADAL" clId="{789DBE39-85A9-4B5B-997B-305987A2C039}" dt="2021-06-15T14:55:47.322" v="22" actId="20577"/>
          <ac:spMkLst>
            <pc:docMk/>
            <pc:sldMk cId="988977761" sldId="256"/>
            <ac:spMk id="4" creationId="{D92F5464-553C-434A-BDAC-32BCA6A3FF2B}"/>
          </ac:spMkLst>
        </pc:spChg>
        <pc:spChg chg="mod">
          <ac:chgData name="Salif Henrique Faustino" userId="8c06946e-6a02-49d1-813e-483969658ff2" providerId="ADAL" clId="{789DBE39-85A9-4B5B-997B-305987A2C039}" dt="2021-06-15T14:56:35.590" v="79" actId="20577"/>
          <ac:spMkLst>
            <pc:docMk/>
            <pc:sldMk cId="988977761" sldId="256"/>
            <ac:spMk id="7" creationId="{1669EADC-576D-45AF-ABEB-ED831309ADAF}"/>
          </ac:spMkLst>
        </pc:spChg>
        <pc:spChg chg="mod">
          <ac:chgData name="Salif Henrique Faustino" userId="8c06946e-6a02-49d1-813e-483969658ff2" providerId="ADAL" clId="{789DBE39-85A9-4B5B-997B-305987A2C039}" dt="2021-06-15T14:57:15.131" v="127" actId="1076"/>
          <ac:spMkLst>
            <pc:docMk/>
            <pc:sldMk cId="988977761" sldId="256"/>
            <ac:spMk id="9" creationId="{1FEC1A55-3241-4296-8049-8DC2791C03BD}"/>
          </ac:spMkLst>
        </pc:spChg>
      </pc:sldChg>
      <pc:sldChg chg="modSp add mod ord">
        <pc:chgData name="Salif Henrique Faustino" userId="8c06946e-6a02-49d1-813e-483969658ff2" providerId="ADAL" clId="{789DBE39-85A9-4B5B-997B-305987A2C039}" dt="2021-06-15T21:09:42.778" v="642" actId="1076"/>
        <pc:sldMkLst>
          <pc:docMk/>
          <pc:sldMk cId="1038165947" sldId="260"/>
        </pc:sldMkLst>
        <pc:spChg chg="mod">
          <ac:chgData name="Salif Henrique Faustino" userId="8c06946e-6a02-49d1-813e-483969658ff2" providerId="ADAL" clId="{789DBE39-85A9-4B5B-997B-305987A2C039}" dt="2021-06-15T21:07:23.303" v="625" actId="1076"/>
          <ac:spMkLst>
            <pc:docMk/>
            <pc:sldMk cId="1038165947" sldId="260"/>
            <ac:spMk id="5" creationId="{A9C10B39-290C-435B-9683-BFCD44A44EAD}"/>
          </ac:spMkLst>
        </pc:spChg>
        <pc:spChg chg="mod">
          <ac:chgData name="Salif Henrique Faustino" userId="8c06946e-6a02-49d1-813e-483969658ff2" providerId="ADAL" clId="{789DBE39-85A9-4B5B-997B-305987A2C039}" dt="2021-06-15T21:07:14.018" v="624" actId="1076"/>
          <ac:spMkLst>
            <pc:docMk/>
            <pc:sldMk cId="1038165947" sldId="260"/>
            <ac:spMk id="10" creationId="{D0043032-D1E2-42AC-A8EC-F0FAED5085A4}"/>
          </ac:spMkLst>
        </pc:spChg>
        <pc:spChg chg="mod">
          <ac:chgData name="Salif Henrique Faustino" userId="8c06946e-6a02-49d1-813e-483969658ff2" providerId="ADAL" clId="{789DBE39-85A9-4B5B-997B-305987A2C039}" dt="2021-06-15T21:07:54.499" v="630" actId="20577"/>
          <ac:spMkLst>
            <pc:docMk/>
            <pc:sldMk cId="1038165947" sldId="260"/>
            <ac:spMk id="11" creationId="{2EE8DD40-4607-43EB-9BD3-CEE49234A4AD}"/>
          </ac:spMkLst>
        </pc:spChg>
        <pc:spChg chg="mod">
          <ac:chgData name="Salif Henrique Faustino" userId="8c06946e-6a02-49d1-813e-483969658ff2" providerId="ADAL" clId="{789DBE39-85A9-4B5B-997B-305987A2C039}" dt="2021-06-15T21:08:37.152" v="634" actId="1076"/>
          <ac:spMkLst>
            <pc:docMk/>
            <pc:sldMk cId="1038165947" sldId="260"/>
            <ac:spMk id="12" creationId="{00D8F04F-E792-47F5-B0A8-53F32DDB88BE}"/>
          </ac:spMkLst>
        </pc:spChg>
        <pc:spChg chg="mod">
          <ac:chgData name="Salif Henrique Faustino" userId="8c06946e-6a02-49d1-813e-483969658ff2" providerId="ADAL" clId="{789DBE39-85A9-4B5B-997B-305987A2C039}" dt="2021-06-15T21:09:20.503" v="639" actId="1076"/>
          <ac:spMkLst>
            <pc:docMk/>
            <pc:sldMk cId="1038165947" sldId="260"/>
            <ac:spMk id="13" creationId="{B0D1A620-0D58-42F1-AA63-DA3F1F386003}"/>
          </ac:spMkLst>
        </pc:spChg>
        <pc:spChg chg="mod">
          <ac:chgData name="Salif Henrique Faustino" userId="8c06946e-6a02-49d1-813e-483969658ff2" providerId="ADAL" clId="{789DBE39-85A9-4B5B-997B-305987A2C039}" dt="2021-06-15T21:08:01.522" v="631" actId="1076"/>
          <ac:spMkLst>
            <pc:docMk/>
            <pc:sldMk cId="1038165947" sldId="260"/>
            <ac:spMk id="14" creationId="{4D6F592A-51ED-4523-A1BF-6B7608B8CCD1}"/>
          </ac:spMkLst>
        </pc:spChg>
        <pc:spChg chg="mod">
          <ac:chgData name="Salif Henrique Faustino" userId="8c06946e-6a02-49d1-813e-483969658ff2" providerId="ADAL" clId="{789DBE39-85A9-4B5B-997B-305987A2C039}" dt="2021-06-15T21:08:43.231" v="635" actId="1076"/>
          <ac:spMkLst>
            <pc:docMk/>
            <pc:sldMk cId="1038165947" sldId="260"/>
            <ac:spMk id="15" creationId="{932D686B-D44A-4635-B092-2CCC1A8BE0A4}"/>
          </ac:spMkLst>
        </pc:spChg>
        <pc:spChg chg="mod">
          <ac:chgData name="Salif Henrique Faustino" userId="8c06946e-6a02-49d1-813e-483969658ff2" providerId="ADAL" clId="{789DBE39-85A9-4B5B-997B-305987A2C039}" dt="2021-06-15T21:09:34.084" v="641" actId="1076"/>
          <ac:spMkLst>
            <pc:docMk/>
            <pc:sldMk cId="1038165947" sldId="260"/>
            <ac:spMk id="16" creationId="{DED69CF5-C1B3-41C0-B8D7-8D98FD4D5513}"/>
          </ac:spMkLst>
        </pc:spChg>
        <pc:spChg chg="mod">
          <ac:chgData name="Salif Henrique Faustino" userId="8c06946e-6a02-49d1-813e-483969658ff2" providerId="ADAL" clId="{789DBE39-85A9-4B5B-997B-305987A2C039}" dt="2021-06-15T21:09:11.832" v="638" actId="1076"/>
          <ac:spMkLst>
            <pc:docMk/>
            <pc:sldMk cId="1038165947" sldId="260"/>
            <ac:spMk id="17" creationId="{4315BD4F-C1A4-44C5-A704-B3DA88E6605A}"/>
          </ac:spMkLst>
        </pc:spChg>
        <pc:spChg chg="mod">
          <ac:chgData name="Salif Henrique Faustino" userId="8c06946e-6a02-49d1-813e-483969658ff2" providerId="ADAL" clId="{789DBE39-85A9-4B5B-997B-305987A2C039}" dt="2021-06-15T21:09:05.134" v="637" actId="1076"/>
          <ac:spMkLst>
            <pc:docMk/>
            <pc:sldMk cId="1038165947" sldId="260"/>
            <ac:spMk id="18" creationId="{8FC5C106-227F-4778-A22A-965F029B5500}"/>
          </ac:spMkLst>
        </pc:spChg>
        <pc:spChg chg="mod">
          <ac:chgData name="Salif Henrique Faustino" userId="8c06946e-6a02-49d1-813e-483969658ff2" providerId="ADAL" clId="{789DBE39-85A9-4B5B-997B-305987A2C039}" dt="2021-06-15T21:08:59.619" v="636" actId="1076"/>
          <ac:spMkLst>
            <pc:docMk/>
            <pc:sldMk cId="1038165947" sldId="260"/>
            <ac:spMk id="19" creationId="{F72C34CC-C63D-455F-BFF2-7A045F75A215}"/>
          </ac:spMkLst>
        </pc:spChg>
        <pc:spChg chg="mod">
          <ac:chgData name="Salif Henrique Faustino" userId="8c06946e-6a02-49d1-813e-483969658ff2" providerId="ADAL" clId="{789DBE39-85A9-4B5B-997B-305987A2C039}" dt="2021-06-15T21:09:42.778" v="642" actId="1076"/>
          <ac:spMkLst>
            <pc:docMk/>
            <pc:sldMk cId="1038165947" sldId="260"/>
            <ac:spMk id="20" creationId="{F69608A0-A754-408F-8613-92D04BE6B4ED}"/>
          </ac:spMkLst>
        </pc:spChg>
      </pc:sldChg>
      <pc:sldChg chg="add del">
        <pc:chgData name="Salif Henrique Faustino" userId="8c06946e-6a02-49d1-813e-483969658ff2" providerId="ADAL" clId="{789DBE39-85A9-4B5B-997B-305987A2C039}" dt="2021-06-15T15:06:32.459" v="200" actId="47"/>
        <pc:sldMkLst>
          <pc:docMk/>
          <pc:sldMk cId="3113564344" sldId="267"/>
        </pc:sldMkLst>
      </pc:sldChg>
      <pc:sldChg chg="addSp delSp modSp add mod">
        <pc:chgData name="Salif Henrique Faustino" userId="8c06946e-6a02-49d1-813e-483969658ff2" providerId="ADAL" clId="{789DBE39-85A9-4B5B-997B-305987A2C039}" dt="2021-06-15T15:33:36.803" v="388" actId="1076"/>
        <pc:sldMkLst>
          <pc:docMk/>
          <pc:sldMk cId="2557771045" sldId="268"/>
        </pc:sldMkLst>
        <pc:spChg chg="mod">
          <ac:chgData name="Salif Henrique Faustino" userId="8c06946e-6a02-49d1-813e-483969658ff2" providerId="ADAL" clId="{789DBE39-85A9-4B5B-997B-305987A2C039}" dt="2021-06-15T15:11:38.232" v="214" actId="20577"/>
          <ac:spMkLst>
            <pc:docMk/>
            <pc:sldMk cId="2557771045" sldId="268"/>
            <ac:spMk id="4" creationId="{AF915527-59A7-49E7-967C-C4AFF18DDBA2}"/>
          </ac:spMkLst>
        </pc:spChg>
        <pc:spChg chg="del">
          <ac:chgData name="Salif Henrique Faustino" userId="8c06946e-6a02-49d1-813e-483969658ff2" providerId="ADAL" clId="{789DBE39-85A9-4B5B-997B-305987A2C039}" dt="2021-06-15T15:11:43.117" v="215" actId="478"/>
          <ac:spMkLst>
            <pc:docMk/>
            <pc:sldMk cId="2557771045" sldId="268"/>
            <ac:spMk id="5" creationId="{6FE4D82C-82D3-4E0B-9CEE-F28AEF0B0FD9}"/>
          </ac:spMkLst>
        </pc:spChg>
        <pc:spChg chg="del">
          <ac:chgData name="Salif Henrique Faustino" userId="8c06946e-6a02-49d1-813e-483969658ff2" providerId="ADAL" clId="{789DBE39-85A9-4B5B-997B-305987A2C039}" dt="2021-06-15T15:11:44.082" v="216" actId="478"/>
          <ac:spMkLst>
            <pc:docMk/>
            <pc:sldMk cId="2557771045" sldId="268"/>
            <ac:spMk id="6" creationId="{B876D26A-5032-446E-89FA-BDA2C019FFDC}"/>
          </ac:spMkLst>
        </pc:spChg>
        <pc:spChg chg="add mod">
          <ac:chgData name="Salif Henrique Faustino" userId="8c06946e-6a02-49d1-813e-483969658ff2" providerId="ADAL" clId="{789DBE39-85A9-4B5B-997B-305987A2C039}" dt="2021-06-15T15:27:25.108" v="377" actId="14100"/>
          <ac:spMkLst>
            <pc:docMk/>
            <pc:sldMk cId="2557771045" sldId="268"/>
            <ac:spMk id="7" creationId="{D761B1D9-2006-4C6B-B08D-A46EC1859E36}"/>
          </ac:spMkLst>
        </pc:spChg>
        <pc:spChg chg="add mod">
          <ac:chgData name="Salif Henrique Faustino" userId="8c06946e-6a02-49d1-813e-483969658ff2" providerId="ADAL" clId="{789DBE39-85A9-4B5B-997B-305987A2C039}" dt="2021-06-15T15:33:36.803" v="388" actId="1076"/>
          <ac:spMkLst>
            <pc:docMk/>
            <pc:sldMk cId="2557771045" sldId="268"/>
            <ac:spMk id="8" creationId="{72BBBC78-91AE-40C8-A0CC-7CC77E2A0051}"/>
          </ac:spMkLst>
        </pc:spChg>
        <pc:picChg chg="add mod">
          <ac:chgData name="Salif Henrique Faustino" userId="8c06946e-6a02-49d1-813e-483969658ff2" providerId="ADAL" clId="{789DBE39-85A9-4B5B-997B-305987A2C039}" dt="2021-06-15T15:24:18.324" v="306" actId="1076"/>
          <ac:picMkLst>
            <pc:docMk/>
            <pc:sldMk cId="2557771045" sldId="268"/>
            <ac:picMk id="1026" creationId="{7C4F0D72-A063-4503-8857-F9EAD55400EF}"/>
          </ac:picMkLst>
        </pc:picChg>
        <pc:picChg chg="del">
          <ac:chgData name="Salif Henrique Faustino" userId="8c06946e-6a02-49d1-813e-483969658ff2" providerId="ADAL" clId="{789DBE39-85A9-4B5B-997B-305987A2C039}" dt="2021-06-15T15:11:44.863" v="217" actId="478"/>
          <ac:picMkLst>
            <pc:docMk/>
            <pc:sldMk cId="2557771045" sldId="268"/>
            <ac:picMk id="2050" creationId="{62CEC27E-02EC-46BD-A8EF-D98869B3DA03}"/>
          </ac:picMkLst>
        </pc:picChg>
      </pc:sldChg>
      <pc:sldChg chg="addSp delSp modSp add del mod">
        <pc:chgData name="Salif Henrique Faustino" userId="8c06946e-6a02-49d1-813e-483969658ff2" providerId="ADAL" clId="{789DBE39-85A9-4B5B-997B-305987A2C039}" dt="2021-06-18T23:26:02.120" v="804" actId="47"/>
        <pc:sldMkLst>
          <pc:docMk/>
          <pc:sldMk cId="594024621" sldId="269"/>
        </pc:sldMkLst>
        <pc:spChg chg="mod">
          <ac:chgData name="Salif Henrique Faustino" userId="8c06946e-6a02-49d1-813e-483969658ff2" providerId="ADAL" clId="{789DBE39-85A9-4B5B-997B-305987A2C039}" dt="2021-06-18T23:19:40.054" v="762" actId="21"/>
          <ac:spMkLst>
            <pc:docMk/>
            <pc:sldMk cId="594024621" sldId="269"/>
            <ac:spMk id="4" creationId="{AF915527-59A7-49E7-967C-C4AFF18DDBA2}"/>
          </ac:spMkLst>
        </pc:spChg>
        <pc:spChg chg="del">
          <ac:chgData name="Salif Henrique Faustino" userId="8c06946e-6a02-49d1-813e-483969658ff2" providerId="ADAL" clId="{789DBE39-85A9-4B5B-997B-305987A2C039}" dt="2021-06-18T23:17:41.688" v="734" actId="478"/>
          <ac:spMkLst>
            <pc:docMk/>
            <pc:sldMk cId="594024621" sldId="269"/>
            <ac:spMk id="5" creationId="{6FE4D82C-82D3-4E0B-9CEE-F28AEF0B0FD9}"/>
          </ac:spMkLst>
        </pc:spChg>
        <pc:spChg chg="del">
          <ac:chgData name="Salif Henrique Faustino" userId="8c06946e-6a02-49d1-813e-483969658ff2" providerId="ADAL" clId="{789DBE39-85A9-4B5B-997B-305987A2C039}" dt="2021-06-18T23:17:44.121" v="735" actId="478"/>
          <ac:spMkLst>
            <pc:docMk/>
            <pc:sldMk cId="594024621" sldId="269"/>
            <ac:spMk id="6" creationId="{B876D26A-5032-446E-89FA-BDA2C019FFDC}"/>
          </ac:spMkLst>
        </pc:spChg>
        <pc:picChg chg="add mod">
          <ac:chgData name="Salif Henrique Faustino" userId="8c06946e-6a02-49d1-813e-483969658ff2" providerId="ADAL" clId="{789DBE39-85A9-4B5B-997B-305987A2C039}" dt="2021-06-18T23:18:14.868" v="741" actId="1076"/>
          <ac:picMkLst>
            <pc:docMk/>
            <pc:sldMk cId="594024621" sldId="269"/>
            <ac:picMk id="3" creationId="{B6A34E59-C6E6-4036-9827-D76AC581845E}"/>
          </ac:picMkLst>
        </pc:picChg>
        <pc:picChg chg="del">
          <ac:chgData name="Salif Henrique Faustino" userId="8c06946e-6a02-49d1-813e-483969658ff2" providerId="ADAL" clId="{789DBE39-85A9-4B5B-997B-305987A2C039}" dt="2021-06-18T23:17:38.277" v="733" actId="478"/>
          <ac:picMkLst>
            <pc:docMk/>
            <pc:sldMk cId="594024621" sldId="269"/>
            <ac:picMk id="2050" creationId="{62CEC27E-02EC-46BD-A8EF-D98869B3DA03}"/>
          </ac:picMkLst>
        </pc:picChg>
      </pc:sldChg>
      <pc:sldChg chg="add del">
        <pc:chgData name="Salif Henrique Faustino" userId="8c06946e-6a02-49d1-813e-483969658ff2" providerId="ADAL" clId="{789DBE39-85A9-4B5B-997B-305987A2C039}" dt="2021-06-15T15:06:31.722" v="199" actId="47"/>
        <pc:sldMkLst>
          <pc:docMk/>
          <pc:sldMk cId="1786537278" sldId="269"/>
        </pc:sldMkLst>
      </pc:sldChg>
      <pc:sldChg chg="new del">
        <pc:chgData name="Salif Henrique Faustino" userId="8c06946e-6a02-49d1-813e-483969658ff2" providerId="ADAL" clId="{789DBE39-85A9-4B5B-997B-305987A2C039}" dt="2021-06-15T15:10:15.767" v="204" actId="47"/>
        <pc:sldMkLst>
          <pc:docMk/>
          <pc:sldMk cId="2725406096" sldId="269"/>
        </pc:sldMkLst>
      </pc:sldChg>
      <pc:sldChg chg="add del">
        <pc:chgData name="Salif Henrique Faustino" userId="8c06946e-6a02-49d1-813e-483969658ff2" providerId="ADAL" clId="{789DBE39-85A9-4B5B-997B-305987A2C039}" dt="2021-06-15T15:06:31.277" v="198" actId="47"/>
        <pc:sldMkLst>
          <pc:docMk/>
          <pc:sldMk cId="2433086420" sldId="270"/>
        </pc:sldMkLst>
      </pc:sldChg>
      <pc:sldChg chg="modSp add mod">
        <pc:chgData name="Salif Henrique Faustino" userId="8c06946e-6a02-49d1-813e-483969658ff2" providerId="ADAL" clId="{789DBE39-85A9-4B5B-997B-305987A2C039}" dt="2021-06-15T21:06:28.336" v="619" actId="20577"/>
        <pc:sldMkLst>
          <pc:docMk/>
          <pc:sldMk cId="4004913817" sldId="270"/>
        </pc:sldMkLst>
        <pc:spChg chg="mod">
          <ac:chgData name="Salif Henrique Faustino" userId="8c06946e-6a02-49d1-813e-483969658ff2" providerId="ADAL" clId="{789DBE39-85A9-4B5B-997B-305987A2C039}" dt="2021-06-15T15:27:51.506" v="387" actId="20577"/>
          <ac:spMkLst>
            <pc:docMk/>
            <pc:sldMk cId="4004913817" sldId="270"/>
            <ac:spMk id="4" creationId="{AF915527-59A7-49E7-967C-C4AFF18DDBA2}"/>
          </ac:spMkLst>
        </pc:spChg>
        <pc:spChg chg="mod">
          <ac:chgData name="Salif Henrique Faustino" userId="8c06946e-6a02-49d1-813e-483969658ff2" providerId="ADAL" clId="{789DBE39-85A9-4B5B-997B-305987A2C039}" dt="2021-06-15T15:40:05.319" v="526" actId="1076"/>
          <ac:spMkLst>
            <pc:docMk/>
            <pc:sldMk cId="4004913817" sldId="270"/>
            <ac:spMk id="7" creationId="{D761B1D9-2006-4C6B-B08D-A46EC1859E36}"/>
          </ac:spMkLst>
        </pc:spChg>
        <pc:spChg chg="mod">
          <ac:chgData name="Salif Henrique Faustino" userId="8c06946e-6a02-49d1-813e-483969658ff2" providerId="ADAL" clId="{789DBE39-85A9-4B5B-997B-305987A2C039}" dt="2021-06-15T21:06:28.336" v="619" actId="20577"/>
          <ac:spMkLst>
            <pc:docMk/>
            <pc:sldMk cId="4004913817" sldId="270"/>
            <ac:spMk id="8" creationId="{72BBBC78-91AE-40C8-A0CC-7CC77E2A0051}"/>
          </ac:spMkLst>
        </pc:spChg>
        <pc:picChg chg="mod">
          <ac:chgData name="Salif Henrique Faustino" userId="8c06946e-6a02-49d1-813e-483969658ff2" providerId="ADAL" clId="{789DBE39-85A9-4B5B-997B-305987A2C039}" dt="2021-06-15T15:37:46.986" v="486" actId="1076"/>
          <ac:picMkLst>
            <pc:docMk/>
            <pc:sldMk cId="4004913817" sldId="270"/>
            <ac:picMk id="1026" creationId="{7C4F0D72-A063-4503-8857-F9EAD55400EF}"/>
          </ac:picMkLst>
        </pc:picChg>
      </pc:sldChg>
      <pc:sldChg chg="new del">
        <pc:chgData name="Salif Henrique Faustino" userId="8c06946e-6a02-49d1-813e-483969658ff2" providerId="ADAL" clId="{789DBE39-85A9-4B5B-997B-305987A2C039}" dt="2021-06-15T15:27:39.303" v="379" actId="47"/>
        <pc:sldMkLst>
          <pc:docMk/>
          <pc:sldMk cId="4114636120" sldId="270"/>
        </pc:sldMkLst>
      </pc:sldChg>
      <pc:sldChg chg="add">
        <pc:chgData name="Salif Henrique Faustino" userId="8c06946e-6a02-49d1-813e-483969658ff2" providerId="ADAL" clId="{789DBE39-85A9-4B5B-997B-305987A2C039}" dt="2021-06-15T21:06:41.633" v="620" actId="2890"/>
        <pc:sldMkLst>
          <pc:docMk/>
          <pc:sldMk cId="584698181" sldId="271"/>
        </pc:sldMkLst>
      </pc:sldChg>
      <pc:sldChg chg="add del">
        <pc:chgData name="Salif Henrique Faustino" userId="8c06946e-6a02-49d1-813e-483969658ff2" providerId="ADAL" clId="{789DBE39-85A9-4B5B-997B-305987A2C039}" dt="2021-06-15T15:06:30.818" v="197" actId="47"/>
        <pc:sldMkLst>
          <pc:docMk/>
          <pc:sldMk cId="1516110788" sldId="271"/>
        </pc:sldMkLst>
      </pc:sldChg>
      <pc:sldChg chg="addSp delSp modSp add mod ord">
        <pc:chgData name="Salif Henrique Faustino" userId="8c06946e-6a02-49d1-813e-483969658ff2" providerId="ADAL" clId="{789DBE39-85A9-4B5B-997B-305987A2C039}" dt="2021-06-18T23:30:14.199" v="878"/>
        <pc:sldMkLst>
          <pc:docMk/>
          <pc:sldMk cId="3623929508" sldId="272"/>
        </pc:sldMkLst>
        <pc:spChg chg="mod">
          <ac:chgData name="Salif Henrique Faustino" userId="8c06946e-6a02-49d1-813e-483969658ff2" providerId="ADAL" clId="{789DBE39-85A9-4B5B-997B-305987A2C039}" dt="2021-06-18T23:19:46.893" v="763"/>
          <ac:spMkLst>
            <pc:docMk/>
            <pc:sldMk cId="3623929508" sldId="272"/>
            <ac:spMk id="4" creationId="{47231722-9DDA-41D2-857D-A831201FC777}"/>
          </ac:spMkLst>
        </pc:spChg>
        <pc:spChg chg="mod">
          <ac:chgData name="Salif Henrique Faustino" userId="8c06946e-6a02-49d1-813e-483969658ff2" providerId="ADAL" clId="{789DBE39-85A9-4B5B-997B-305987A2C039}" dt="2021-06-18T23:18:48.719" v="748" actId="6549"/>
          <ac:spMkLst>
            <pc:docMk/>
            <pc:sldMk cId="3623929508" sldId="272"/>
            <ac:spMk id="5" creationId="{A9C10B39-290C-435B-9683-BFCD44A44EAD}"/>
          </ac:spMkLst>
        </pc:spChg>
        <pc:spChg chg="del">
          <ac:chgData name="Salif Henrique Faustino" userId="8c06946e-6a02-49d1-813e-483969658ff2" providerId="ADAL" clId="{789DBE39-85A9-4B5B-997B-305987A2C039}" dt="2021-06-18T23:18:54.257" v="750" actId="478"/>
          <ac:spMkLst>
            <pc:docMk/>
            <pc:sldMk cId="3623929508" sldId="272"/>
            <ac:spMk id="10" creationId="{D0043032-D1E2-42AC-A8EC-F0FAED5085A4}"/>
          </ac:spMkLst>
        </pc:spChg>
        <pc:spChg chg="del">
          <ac:chgData name="Salif Henrique Faustino" userId="8c06946e-6a02-49d1-813e-483969658ff2" providerId="ADAL" clId="{789DBE39-85A9-4B5B-997B-305987A2C039}" dt="2021-06-18T23:18:41.892" v="747" actId="478"/>
          <ac:spMkLst>
            <pc:docMk/>
            <pc:sldMk cId="3623929508" sldId="272"/>
            <ac:spMk id="11" creationId="{2EE8DD40-4607-43EB-9BD3-CEE49234A4AD}"/>
          </ac:spMkLst>
        </pc:spChg>
        <pc:spChg chg="del">
          <ac:chgData name="Salif Henrique Faustino" userId="8c06946e-6a02-49d1-813e-483969658ff2" providerId="ADAL" clId="{789DBE39-85A9-4B5B-997B-305987A2C039}" dt="2021-06-18T23:19:01.463" v="753" actId="478"/>
          <ac:spMkLst>
            <pc:docMk/>
            <pc:sldMk cId="3623929508" sldId="272"/>
            <ac:spMk id="12" creationId="{00D8F04F-E792-47F5-B0A8-53F32DDB88BE}"/>
          </ac:spMkLst>
        </pc:spChg>
        <pc:spChg chg="del">
          <ac:chgData name="Salif Henrique Faustino" userId="8c06946e-6a02-49d1-813e-483969658ff2" providerId="ADAL" clId="{789DBE39-85A9-4B5B-997B-305987A2C039}" dt="2021-06-18T23:19:08.153" v="755" actId="478"/>
          <ac:spMkLst>
            <pc:docMk/>
            <pc:sldMk cId="3623929508" sldId="272"/>
            <ac:spMk id="13" creationId="{B0D1A620-0D58-42F1-AA63-DA3F1F386003}"/>
          </ac:spMkLst>
        </pc:spChg>
        <pc:spChg chg="del">
          <ac:chgData name="Salif Henrique Faustino" userId="8c06946e-6a02-49d1-813e-483969658ff2" providerId="ADAL" clId="{789DBE39-85A9-4B5B-997B-305987A2C039}" dt="2021-06-18T23:18:58.705" v="752" actId="478"/>
          <ac:spMkLst>
            <pc:docMk/>
            <pc:sldMk cId="3623929508" sldId="272"/>
            <ac:spMk id="14" creationId="{4D6F592A-51ED-4523-A1BF-6B7608B8CCD1}"/>
          </ac:spMkLst>
        </pc:spChg>
        <pc:spChg chg="del">
          <ac:chgData name="Salif Henrique Faustino" userId="8c06946e-6a02-49d1-813e-483969658ff2" providerId="ADAL" clId="{789DBE39-85A9-4B5B-997B-305987A2C039}" dt="2021-06-18T23:18:36.797" v="746" actId="478"/>
          <ac:spMkLst>
            <pc:docMk/>
            <pc:sldMk cId="3623929508" sldId="272"/>
            <ac:spMk id="15" creationId="{932D686B-D44A-4635-B092-2CCC1A8BE0A4}"/>
          </ac:spMkLst>
        </pc:spChg>
        <pc:spChg chg="del">
          <ac:chgData name="Salif Henrique Faustino" userId="8c06946e-6a02-49d1-813e-483969658ff2" providerId="ADAL" clId="{789DBE39-85A9-4B5B-997B-305987A2C039}" dt="2021-06-18T23:19:09.878" v="756" actId="478"/>
          <ac:spMkLst>
            <pc:docMk/>
            <pc:sldMk cId="3623929508" sldId="272"/>
            <ac:spMk id="16" creationId="{DED69CF5-C1B3-41C0-B8D7-8D98FD4D5513}"/>
          </ac:spMkLst>
        </pc:spChg>
        <pc:spChg chg="del">
          <ac:chgData name="Salif Henrique Faustino" userId="8c06946e-6a02-49d1-813e-483969658ff2" providerId="ADAL" clId="{789DBE39-85A9-4B5B-997B-305987A2C039}" dt="2021-06-18T23:18:52.424" v="749" actId="478"/>
          <ac:spMkLst>
            <pc:docMk/>
            <pc:sldMk cId="3623929508" sldId="272"/>
            <ac:spMk id="17" creationId="{4315BD4F-C1A4-44C5-A704-B3DA88E6605A}"/>
          </ac:spMkLst>
        </pc:spChg>
        <pc:spChg chg="del">
          <ac:chgData name="Salif Henrique Faustino" userId="8c06946e-6a02-49d1-813e-483969658ff2" providerId="ADAL" clId="{789DBE39-85A9-4B5B-997B-305987A2C039}" dt="2021-06-18T23:18:57.143" v="751" actId="478"/>
          <ac:spMkLst>
            <pc:docMk/>
            <pc:sldMk cId="3623929508" sldId="272"/>
            <ac:spMk id="18" creationId="{8FC5C106-227F-4778-A22A-965F029B5500}"/>
          </ac:spMkLst>
        </pc:spChg>
        <pc:spChg chg="del">
          <ac:chgData name="Salif Henrique Faustino" userId="8c06946e-6a02-49d1-813e-483969658ff2" providerId="ADAL" clId="{789DBE39-85A9-4B5B-997B-305987A2C039}" dt="2021-06-18T23:19:05.348" v="754" actId="478"/>
          <ac:spMkLst>
            <pc:docMk/>
            <pc:sldMk cId="3623929508" sldId="272"/>
            <ac:spMk id="19" creationId="{F72C34CC-C63D-455F-BFF2-7A045F75A215}"/>
          </ac:spMkLst>
        </pc:spChg>
        <pc:spChg chg="del">
          <ac:chgData name="Salif Henrique Faustino" userId="8c06946e-6a02-49d1-813e-483969658ff2" providerId="ADAL" clId="{789DBE39-85A9-4B5B-997B-305987A2C039}" dt="2021-06-18T23:18:33.882" v="745" actId="478"/>
          <ac:spMkLst>
            <pc:docMk/>
            <pc:sldMk cId="3623929508" sldId="272"/>
            <ac:spMk id="20" creationId="{F69608A0-A754-408F-8613-92D04BE6B4ED}"/>
          </ac:spMkLst>
        </pc:spChg>
        <pc:picChg chg="add mod">
          <ac:chgData name="Salif Henrique Faustino" userId="8c06946e-6a02-49d1-813e-483969658ff2" providerId="ADAL" clId="{789DBE39-85A9-4B5B-997B-305987A2C039}" dt="2021-06-18T23:19:20.471" v="759" actId="14100"/>
          <ac:picMkLst>
            <pc:docMk/>
            <pc:sldMk cId="3623929508" sldId="272"/>
            <ac:picMk id="3" creationId="{BFF2F52C-61D5-480D-A12A-0A6813CD76BB}"/>
          </ac:picMkLst>
        </pc:picChg>
      </pc:sldChg>
      <pc:sldChg chg="new del">
        <pc:chgData name="Salif Henrique Faustino" userId="8c06946e-6a02-49d1-813e-483969658ff2" providerId="ADAL" clId="{789DBE39-85A9-4B5B-997B-305987A2C039}" dt="2021-06-18T23:20:19.748" v="765" actId="680"/>
        <pc:sldMkLst>
          <pc:docMk/>
          <pc:sldMk cId="705739268" sldId="273"/>
        </pc:sldMkLst>
      </pc:sldChg>
      <pc:sldChg chg="addSp delSp modSp add mod">
        <pc:chgData name="Salif Henrique Faustino" userId="8c06946e-6a02-49d1-813e-483969658ff2" providerId="ADAL" clId="{789DBE39-85A9-4B5B-997B-305987A2C039}" dt="2021-06-18T23:25:51.745" v="801" actId="1076"/>
        <pc:sldMkLst>
          <pc:docMk/>
          <pc:sldMk cId="4104197922" sldId="273"/>
        </pc:sldMkLst>
        <pc:spChg chg="mod">
          <ac:chgData name="Salif Henrique Faustino" userId="8c06946e-6a02-49d1-813e-483969658ff2" providerId="ADAL" clId="{789DBE39-85A9-4B5B-997B-305987A2C039}" dt="2021-06-18T23:20:49.990" v="793" actId="20577"/>
          <ac:spMkLst>
            <pc:docMk/>
            <pc:sldMk cId="4104197922" sldId="273"/>
            <ac:spMk id="4" creationId="{AF915527-59A7-49E7-967C-C4AFF18DDBA2}"/>
          </ac:spMkLst>
        </pc:spChg>
        <pc:picChg chg="del">
          <ac:chgData name="Salif Henrique Faustino" userId="8c06946e-6a02-49d1-813e-483969658ff2" providerId="ADAL" clId="{789DBE39-85A9-4B5B-997B-305987A2C039}" dt="2021-06-18T23:20:26.028" v="767" actId="478"/>
          <ac:picMkLst>
            <pc:docMk/>
            <pc:sldMk cId="4104197922" sldId="273"/>
            <ac:picMk id="3" creationId="{B6A34E59-C6E6-4036-9827-D76AC581845E}"/>
          </ac:picMkLst>
        </pc:picChg>
        <pc:picChg chg="add mod modCrop">
          <ac:chgData name="Salif Henrique Faustino" userId="8c06946e-6a02-49d1-813e-483969658ff2" providerId="ADAL" clId="{789DBE39-85A9-4B5B-997B-305987A2C039}" dt="2021-06-18T23:25:22.012" v="798" actId="1076"/>
          <ac:picMkLst>
            <pc:docMk/>
            <pc:sldMk cId="4104197922" sldId="273"/>
            <ac:picMk id="5" creationId="{63DF343B-F534-406E-8729-AE75E61BBF70}"/>
          </ac:picMkLst>
        </pc:picChg>
        <pc:picChg chg="add mod">
          <ac:chgData name="Salif Henrique Faustino" userId="8c06946e-6a02-49d1-813e-483969658ff2" providerId="ADAL" clId="{789DBE39-85A9-4B5B-997B-305987A2C039}" dt="2021-06-18T23:25:51.745" v="801" actId="1076"/>
          <ac:picMkLst>
            <pc:docMk/>
            <pc:sldMk cId="4104197922" sldId="273"/>
            <ac:picMk id="7" creationId="{7B0CDB97-7BEE-438B-A8D5-273030055DD5}"/>
          </ac:picMkLst>
        </pc:picChg>
      </pc:sldChg>
      <pc:sldChg chg="addSp delSp modSp add mod ord">
        <pc:chgData name="Salif Henrique Faustino" userId="8c06946e-6a02-49d1-813e-483969658ff2" providerId="ADAL" clId="{789DBE39-85A9-4B5B-997B-305987A2C039}" dt="2021-06-18T23:28:32.141" v="846" actId="5793"/>
        <pc:sldMkLst>
          <pc:docMk/>
          <pc:sldMk cId="2880601873" sldId="274"/>
        </pc:sldMkLst>
        <pc:spChg chg="mod">
          <ac:chgData name="Salif Henrique Faustino" userId="8c06946e-6a02-49d1-813e-483969658ff2" providerId="ADAL" clId="{789DBE39-85A9-4B5B-997B-305987A2C039}" dt="2021-06-18T23:28:32.141" v="846" actId="5793"/>
          <ac:spMkLst>
            <pc:docMk/>
            <pc:sldMk cId="2880601873" sldId="274"/>
            <ac:spMk id="4" creationId="{AF915527-59A7-49E7-967C-C4AFF18DDBA2}"/>
          </ac:spMkLst>
        </pc:spChg>
        <pc:picChg chg="add mod">
          <ac:chgData name="Salif Henrique Faustino" userId="8c06946e-6a02-49d1-813e-483969658ff2" providerId="ADAL" clId="{789DBE39-85A9-4B5B-997B-305987A2C039}" dt="2021-06-18T23:28:15.364" v="824" actId="14100"/>
          <ac:picMkLst>
            <pc:docMk/>
            <pc:sldMk cId="2880601873" sldId="274"/>
            <ac:picMk id="3" creationId="{1B3A6469-0EB1-46E4-93EF-A2F3095F0DE0}"/>
          </ac:picMkLst>
        </pc:picChg>
        <pc:picChg chg="del">
          <ac:chgData name="Salif Henrique Faustino" userId="8c06946e-6a02-49d1-813e-483969658ff2" providerId="ADAL" clId="{789DBE39-85A9-4B5B-997B-305987A2C039}" dt="2021-06-18T23:27:01.032" v="817" actId="478"/>
          <ac:picMkLst>
            <pc:docMk/>
            <pc:sldMk cId="2880601873" sldId="274"/>
            <ac:picMk id="5" creationId="{63DF343B-F534-406E-8729-AE75E61BBF70}"/>
          </ac:picMkLst>
        </pc:picChg>
        <pc:picChg chg="del">
          <ac:chgData name="Salif Henrique Faustino" userId="8c06946e-6a02-49d1-813e-483969658ff2" providerId="ADAL" clId="{789DBE39-85A9-4B5B-997B-305987A2C039}" dt="2021-06-18T23:27:02.892" v="818" actId="478"/>
          <ac:picMkLst>
            <pc:docMk/>
            <pc:sldMk cId="2880601873" sldId="274"/>
            <ac:picMk id="7" creationId="{7B0CDB97-7BEE-438B-A8D5-273030055DD5}"/>
          </ac:picMkLst>
        </pc:picChg>
      </pc:sldChg>
      <pc:sldChg chg="new del">
        <pc:chgData name="Salif Henrique Faustino" userId="8c06946e-6a02-49d1-813e-483969658ff2" providerId="ADAL" clId="{789DBE39-85A9-4B5B-997B-305987A2C039}" dt="2021-06-18T23:26:40.955" v="806" actId="680"/>
        <pc:sldMkLst>
          <pc:docMk/>
          <pc:sldMk cId="2937994750" sldId="274"/>
        </pc:sldMkLst>
      </pc:sldChg>
      <pc:sldChg chg="modSp add mod ord">
        <pc:chgData name="Salif Henrique Faustino" userId="8c06946e-6a02-49d1-813e-483969658ff2" providerId="ADAL" clId="{789DBE39-85A9-4B5B-997B-305987A2C039}" dt="2021-06-18T23:29:57.017" v="874" actId="122"/>
        <pc:sldMkLst>
          <pc:docMk/>
          <pc:sldMk cId="420679580" sldId="275"/>
        </pc:sldMkLst>
        <pc:spChg chg="mod">
          <ac:chgData name="Salif Henrique Faustino" userId="8c06946e-6a02-49d1-813e-483969658ff2" providerId="ADAL" clId="{789DBE39-85A9-4B5B-997B-305987A2C039}" dt="2021-06-18T23:29:57.017" v="874" actId="122"/>
          <ac:spMkLst>
            <pc:docMk/>
            <pc:sldMk cId="420679580" sldId="275"/>
            <ac:spMk id="4" creationId="{D92F5464-553C-434A-BDAC-32BCA6A3FF2B}"/>
          </ac:spMkLst>
        </pc:spChg>
      </pc:sldChg>
      <pc:sldChg chg="new del">
        <pc:chgData name="Salif Henrique Faustino" userId="8c06946e-6a02-49d1-813e-483969658ff2" providerId="ADAL" clId="{789DBE39-85A9-4B5B-997B-305987A2C039}" dt="2021-06-18T23:29:09.836" v="848" actId="47"/>
        <pc:sldMkLst>
          <pc:docMk/>
          <pc:sldMk cId="4273309305" sldId="275"/>
        </pc:sldMkLst>
      </pc:sldChg>
      <pc:sldChg chg="modSp add mod ord">
        <pc:chgData name="Salif Henrique Faustino" userId="8c06946e-6a02-49d1-813e-483969658ff2" providerId="ADAL" clId="{789DBE39-85A9-4B5B-997B-305987A2C039}" dt="2021-06-18T23:30:51.725" v="914" actId="20577"/>
        <pc:sldMkLst>
          <pc:docMk/>
          <pc:sldMk cId="4226838592" sldId="276"/>
        </pc:sldMkLst>
        <pc:spChg chg="mod">
          <ac:chgData name="Salif Henrique Faustino" userId="8c06946e-6a02-49d1-813e-483969658ff2" providerId="ADAL" clId="{789DBE39-85A9-4B5B-997B-305987A2C039}" dt="2021-06-18T23:30:51.725" v="914" actId="20577"/>
          <ac:spMkLst>
            <pc:docMk/>
            <pc:sldMk cId="4226838592" sldId="276"/>
            <ac:spMk id="4" creationId="{D92F5464-553C-434A-BDAC-32BCA6A3FF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1C38F-6F3E-49DA-8E6A-35B5B4D9A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2A28BD-96C9-48A7-AAA9-B03400ABE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DA8CDB-54C2-4ECA-83A8-643F3FA1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0B47C8-F75F-4541-80C1-C106A586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A99EBA6-C471-4117-A333-027378D9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399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FFE43-9E36-4620-AA89-0E1E2FB9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30648A6-E165-4951-99D0-518C28E8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2FBB272-CBF8-428C-ADFA-A5090538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B2B1DFD-5EEC-4BBF-AB17-4F36F680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1E98845-4118-4EC8-B876-6EB0A816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648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B8DDD-8757-4CFD-928A-5A21E366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1B6F071-83DC-4EFB-BDF0-0915B01D5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B7EAF02-0BA1-4C06-82B4-6D839F21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72097B3-130E-4500-9944-EAF3DB80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6EC2350-EC1C-47CD-A76E-639D8BD9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62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89253-0FE3-4C72-81EA-24EE3BAD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6EFE30-F44E-4A58-A021-8F2DD3849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6DD8556-A8DF-4D37-AADD-850B047B8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ECEEB90-2F55-46FE-AC58-14C28652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1795691-3C3A-4801-8AE6-A9400E48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32AE081-6DEF-43D7-B4A4-F378F5CE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69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881F9-834F-468E-BFFF-01CE4F4D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4686EC-5979-40DF-AA34-C43A4A001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49233B5-7846-48D3-8FB3-D90AB99D1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5DEAFAF-6C06-48BD-BD30-1C0E90D43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ED1651D9-8B5D-4DB1-AB5C-4D7060B9F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E73FB065-35EF-45C0-83D6-8F5D72D6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AFBF83F-A5C4-4097-B0DE-6E4EB864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3D14273-A219-4C93-A395-1B521CAC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706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9C1F0-2069-44F6-ACF1-193AF567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A21613C-1B29-48F6-8967-98CA729A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B6D8E91-5E8C-483F-89DB-0D864931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76D2D83-32F5-4361-AA18-C3C51E83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013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87F681D-C3BD-4B86-8B10-959B35E12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87632BC5-2317-4F70-817A-04697C99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08A0D05-CF0F-4BAB-BB8A-BDADB411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58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0D2E-F93C-4D81-9B69-FB2250BC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195ACE-9D1D-45A7-8EDC-7377705B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5BA563C-3B8D-496B-9B02-A043DA1C0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8BBDE51-E7E2-4D80-9A92-192217A1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5F2D58D-CACB-4E94-9B74-C4280B98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B955E91-D1DA-4CE3-A348-C9AEA2ED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184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AAFF6-D8D3-429A-A23A-C5CAE8CEF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5EF8A68-0681-4B16-BDFA-3E3AEBAC3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5BB43A2-4300-42A3-84B4-675D095B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7679339-2291-4736-8A9A-DE54E9F4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3700BBC-2B88-416B-88B2-7ECBDED8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0009098-998A-4D7E-9665-03230DDFF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160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3EBBB-91B5-4231-BE58-8C28B7B8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9B94F48-4E59-4FC6-82D4-BF0DEA9EE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E37C525-DD7B-441D-BA56-B8C81FB3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0E70A8A-75D0-4626-8E35-0A3DD63F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2274958-E18A-4F42-84A2-BC036A33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303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BD07EC-F230-4279-9CAC-6FBA67A54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DA2C9D7-679E-4BB3-9C9E-0369AE2CB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1C3CBD3-9CB2-40DD-9B03-6EB88E84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D9E5EED-D244-4671-A92B-B0E9D20A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ADD71B5-9BB5-44C1-9EAF-748024B3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625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552CEFD-1B91-4622-A05E-CFFBE480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5D288C6-D3EA-471A-AEB4-2EC83BB9B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2F77BF-6E45-4421-9819-1C50893A1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B7C62-37A5-4EB6-85E2-153B1A8C0EDB}" type="datetimeFigureOut">
              <a:rPr lang="pt-PT" smtClean="0"/>
              <a:t>18/06/2021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608E46F-8278-483E-93A9-43D25C9C0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F7F0A3A-64D0-4C21-87A6-19AF2BFD2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8DD6E-39A1-40C2-AE2D-D1A054B87C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31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2F5464-553C-434A-BDAC-32BCA6A3FF2B}"/>
              </a:ext>
            </a:extLst>
          </p:cNvPr>
          <p:cNvSpPr/>
          <p:nvPr/>
        </p:nvSpPr>
        <p:spPr>
          <a:xfrm>
            <a:off x="1" y="-62144"/>
            <a:ext cx="12192000" cy="5317724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600" b="1" dirty="0">
                <a:latin typeface="Arial" panose="020B0604020202020204" pitchFamily="34" charset="0"/>
                <a:cs typeface="Arial" panose="020B0604020202020204" pitchFamily="34" charset="0"/>
              </a:rPr>
              <a:t>BEM VINDO AO</a:t>
            </a:r>
          </a:p>
          <a:p>
            <a:r>
              <a:rPr lang="pt-PT" sz="9600" b="1" dirty="0">
                <a:latin typeface="Arial" panose="020B0604020202020204" pitchFamily="34" charset="0"/>
                <a:cs typeface="Arial" panose="020B0604020202020204" pitchFamily="34" charset="0"/>
              </a:rPr>
              <a:t>TETRIS </a:t>
            </a:r>
          </a:p>
        </p:txBody>
      </p:sp>
      <p:pic>
        <p:nvPicPr>
          <p:cNvPr id="4098" name="Picture 2" descr="Logos | Universidade dos Açores">
            <a:extLst>
              <a:ext uri="{FF2B5EF4-FFF2-40B4-BE49-F238E27FC236}">
                <a16:creationId xmlns:a16="http://schemas.microsoft.com/office/drawing/2014/main" id="{52823A6E-9ACB-4FFA-BE4C-000497B88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221" y="5586724"/>
            <a:ext cx="2107870" cy="96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669EADC-576D-45AF-ABEB-ED831309ADAF}"/>
              </a:ext>
            </a:extLst>
          </p:cNvPr>
          <p:cNvSpPr txBox="1"/>
          <p:nvPr/>
        </p:nvSpPr>
        <p:spPr>
          <a:xfrm>
            <a:off x="0" y="5675453"/>
            <a:ext cx="450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Manuel Cabral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Pedro Melo 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Salif Faustino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EC1A55-3241-4296-8049-8DC2791C03BD}"/>
              </a:ext>
            </a:extLst>
          </p:cNvPr>
          <p:cNvSpPr txBox="1"/>
          <p:nvPr/>
        </p:nvSpPr>
        <p:spPr>
          <a:xfrm>
            <a:off x="4500979" y="5813952"/>
            <a:ext cx="450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Prof. Francisco Martins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        José Cascalho </a:t>
            </a:r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231722-9DDA-41D2-857D-A831201FC777}"/>
              </a:ext>
            </a:extLst>
          </p:cNvPr>
          <p:cNvSpPr/>
          <p:nvPr/>
        </p:nvSpPr>
        <p:spPr>
          <a:xfrm>
            <a:off x="0" y="0"/>
            <a:ext cx="4185920" cy="6857999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Agenda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9C10B39-290C-435B-9683-BFCD44A44EAD}"/>
              </a:ext>
            </a:extLst>
          </p:cNvPr>
          <p:cNvSpPr/>
          <p:nvPr/>
        </p:nvSpPr>
        <p:spPr>
          <a:xfrm>
            <a:off x="4158094" y="275723"/>
            <a:ext cx="1436033" cy="122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8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043032-D1E2-42AC-A8EC-F0FAED5085A4}"/>
              </a:ext>
            </a:extLst>
          </p:cNvPr>
          <p:cNvSpPr/>
          <p:nvPr/>
        </p:nvSpPr>
        <p:spPr>
          <a:xfrm>
            <a:off x="4266003" y="1027984"/>
            <a:ext cx="1047565" cy="126301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E8DD40-4607-43EB-9BD3-CEE49234A4AD}"/>
              </a:ext>
            </a:extLst>
          </p:cNvPr>
          <p:cNvSpPr/>
          <p:nvPr/>
        </p:nvSpPr>
        <p:spPr>
          <a:xfrm>
            <a:off x="4090317" y="1523575"/>
            <a:ext cx="1436033" cy="158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8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D8F04F-E792-47F5-B0A8-53F32DDB88BE}"/>
              </a:ext>
            </a:extLst>
          </p:cNvPr>
          <p:cNvSpPr/>
          <p:nvPr/>
        </p:nvSpPr>
        <p:spPr>
          <a:xfrm>
            <a:off x="4147639" y="2721283"/>
            <a:ext cx="1456941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8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D1A620-0D58-42F1-AA63-DA3F1F386003}"/>
              </a:ext>
            </a:extLst>
          </p:cNvPr>
          <p:cNvSpPr/>
          <p:nvPr/>
        </p:nvSpPr>
        <p:spPr>
          <a:xfrm>
            <a:off x="4125086" y="4171609"/>
            <a:ext cx="1436033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8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D6F592A-51ED-4523-A1BF-6B7608B8CCD1}"/>
              </a:ext>
            </a:extLst>
          </p:cNvPr>
          <p:cNvSpPr/>
          <p:nvPr/>
        </p:nvSpPr>
        <p:spPr>
          <a:xfrm>
            <a:off x="4298373" y="2679715"/>
            <a:ext cx="1047565" cy="148667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32D686B-D44A-4635-B092-2CCC1A8BE0A4}"/>
              </a:ext>
            </a:extLst>
          </p:cNvPr>
          <p:cNvSpPr/>
          <p:nvPr/>
        </p:nvSpPr>
        <p:spPr>
          <a:xfrm>
            <a:off x="4332352" y="4130297"/>
            <a:ext cx="1047565" cy="148667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ED69CF5-C1B3-41C0-B8D7-8D98FD4D5513}"/>
              </a:ext>
            </a:extLst>
          </p:cNvPr>
          <p:cNvSpPr/>
          <p:nvPr/>
        </p:nvSpPr>
        <p:spPr>
          <a:xfrm>
            <a:off x="4325407" y="5580623"/>
            <a:ext cx="1047565" cy="148667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315BD4F-C1A4-44C5-A704-B3DA88E6605A}"/>
              </a:ext>
            </a:extLst>
          </p:cNvPr>
          <p:cNvSpPr/>
          <p:nvPr/>
        </p:nvSpPr>
        <p:spPr>
          <a:xfrm>
            <a:off x="5505253" y="135281"/>
            <a:ext cx="4346430" cy="12200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Problema. 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FC5C106-227F-4778-A22A-965F029B5500}"/>
              </a:ext>
            </a:extLst>
          </p:cNvPr>
          <p:cNvSpPr/>
          <p:nvPr/>
        </p:nvSpPr>
        <p:spPr>
          <a:xfrm>
            <a:off x="5526350" y="1971555"/>
            <a:ext cx="1616924" cy="708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Solução. 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72C34CC-C63D-455F-BFF2-7A045F75A215}"/>
              </a:ext>
            </a:extLst>
          </p:cNvPr>
          <p:cNvSpPr/>
          <p:nvPr/>
        </p:nvSpPr>
        <p:spPr>
          <a:xfrm>
            <a:off x="5536713" y="2574604"/>
            <a:ext cx="4346430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. 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69608A0-A754-408F-8613-92D04BE6B4ED}"/>
              </a:ext>
            </a:extLst>
          </p:cNvPr>
          <p:cNvSpPr/>
          <p:nvPr/>
        </p:nvSpPr>
        <p:spPr>
          <a:xfrm>
            <a:off x="5519404" y="4104963"/>
            <a:ext cx="4346430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Estratégia. 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16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915527-59A7-49E7-967C-C4AFF18DDBA2}"/>
              </a:ext>
            </a:extLst>
          </p:cNvPr>
          <p:cNvSpPr/>
          <p:nvPr/>
        </p:nvSpPr>
        <p:spPr>
          <a:xfrm>
            <a:off x="0" y="0"/>
            <a:ext cx="12192000" cy="1411550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Problema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61B1D9-2006-4C6B-B08D-A46EC1859E36}"/>
              </a:ext>
            </a:extLst>
          </p:cNvPr>
          <p:cNvSpPr/>
          <p:nvPr/>
        </p:nvSpPr>
        <p:spPr>
          <a:xfrm>
            <a:off x="329938" y="2894029"/>
            <a:ext cx="2573519" cy="207482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BBBC78-91AE-40C8-A0CC-7CC77E2A0051}"/>
              </a:ext>
            </a:extLst>
          </p:cNvPr>
          <p:cNvSpPr/>
          <p:nvPr/>
        </p:nvSpPr>
        <p:spPr>
          <a:xfrm>
            <a:off x="221023" y="2894029"/>
            <a:ext cx="6135069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Construir o jogo Tetris: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Multijogador.</a:t>
            </a:r>
          </a:p>
          <a:p>
            <a:pPr lvl="2"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distribuído</a:t>
            </a:r>
            <a:r>
              <a:rPr lang="pt-PT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etris, Tetris Amigos, Tetromino png transparente grátis">
            <a:extLst>
              <a:ext uri="{FF2B5EF4-FFF2-40B4-BE49-F238E27FC236}">
                <a16:creationId xmlns:a16="http://schemas.microsoft.com/office/drawing/2014/main" id="{7C4F0D72-A063-4503-8857-F9EAD554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188" b="90000" l="2778" r="97000">
                        <a14:foregroundMark x1="22111" y1="27813" x2="22111" y2="27813"/>
                        <a14:foregroundMark x1="4889" y1="28750" x2="4889" y2="28750"/>
                        <a14:foregroundMark x1="43111" y1="25313" x2="43111" y2="25313"/>
                        <a14:foregroundMark x1="36111" y1="6875" x2="36111" y2="6875"/>
                        <a14:foregroundMark x1="51000" y1="67188" x2="51000" y2="67188"/>
                        <a14:foregroundMark x1="61333" y1="29688" x2="61333" y2="29688"/>
                        <a14:foregroundMark x1="68000" y1="27813" x2="68000" y2="27813"/>
                        <a14:foregroundMark x1="78333" y1="10625" x2="78333" y2="10625"/>
                        <a14:foregroundMark x1="95222" y1="10938" x2="95222" y2="10938"/>
                        <a14:foregroundMark x1="89778" y1="10313" x2="90333" y2="10625"/>
                        <a14:foregroundMark x1="97000" y1="28125" x2="97000" y2="28125"/>
                        <a14:foregroundMark x1="91111" y1="2188" x2="91111" y2="2188"/>
                        <a14:foregroundMark x1="36778" y1="26875" x2="36778" y2="26875"/>
                        <a14:foregroundMark x1="44444" y1="19375" x2="44444" y2="19375"/>
                        <a14:foregroundMark x1="52111" y1="19688" x2="52111" y2="19688"/>
                        <a14:foregroundMark x1="26222" y1="62500" x2="26222" y2="62500"/>
                        <a14:foregroundMark x1="25111" y1="64688" x2="25111" y2="64688"/>
                        <a14:foregroundMark x1="18444" y1="87813" x2="18444" y2="87813"/>
                        <a14:foregroundMark x1="45889" y1="82188" x2="45889" y2="82188"/>
                        <a14:foregroundMark x1="55333" y1="83125" x2="55333" y2="83125"/>
                        <a14:foregroundMark x1="49000" y1="59062" x2="49000" y2="59062"/>
                        <a14:foregroundMark x1="11000" y1="30312" x2="11000" y2="30312"/>
                        <a14:foregroundMark x1="2778" y1="27813" x2="2778" y2="27813"/>
                        <a14:foregroundMark x1="73444" y1="70938" x2="73444" y2="70938"/>
                        <a14:foregroundMark x1="81556" y1="81563" x2="81556" y2="8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092" y="3026791"/>
            <a:ext cx="5160308" cy="183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77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915527-59A7-49E7-967C-C4AFF18DDBA2}"/>
              </a:ext>
            </a:extLst>
          </p:cNvPr>
          <p:cNvSpPr/>
          <p:nvPr/>
        </p:nvSpPr>
        <p:spPr>
          <a:xfrm>
            <a:off x="0" y="0"/>
            <a:ext cx="12192000" cy="1411550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Solução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61B1D9-2006-4C6B-B08D-A46EC1859E36}"/>
              </a:ext>
            </a:extLst>
          </p:cNvPr>
          <p:cNvSpPr/>
          <p:nvPr/>
        </p:nvSpPr>
        <p:spPr>
          <a:xfrm>
            <a:off x="329937" y="2441541"/>
            <a:ext cx="5015060" cy="94361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BBBC78-91AE-40C8-A0CC-7CC77E2A0051}"/>
              </a:ext>
            </a:extLst>
          </p:cNvPr>
          <p:cNvSpPr/>
          <p:nvPr/>
        </p:nvSpPr>
        <p:spPr>
          <a:xfrm>
            <a:off x="-613957" y="3044902"/>
            <a:ext cx="6902847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Desenvolver código em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python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2"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Utilizar programação centrada em objetos.</a:t>
            </a: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Utilizar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zmq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linguagem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comunição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deve estar organizado em camadas. </a:t>
            </a: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etris, Tetris Amigos, Tetromino png transparente grátis">
            <a:extLst>
              <a:ext uri="{FF2B5EF4-FFF2-40B4-BE49-F238E27FC236}">
                <a16:creationId xmlns:a16="http://schemas.microsoft.com/office/drawing/2014/main" id="{7C4F0D72-A063-4503-8857-F9EAD554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188" b="90000" l="2778" r="97000">
                        <a14:foregroundMark x1="22111" y1="27813" x2="22111" y2="27813"/>
                        <a14:foregroundMark x1="4889" y1="28750" x2="4889" y2="28750"/>
                        <a14:foregroundMark x1="43111" y1="25313" x2="43111" y2="25313"/>
                        <a14:foregroundMark x1="36111" y1="6875" x2="36111" y2="6875"/>
                        <a14:foregroundMark x1="51000" y1="67188" x2="51000" y2="67188"/>
                        <a14:foregroundMark x1="61333" y1="29688" x2="61333" y2="29688"/>
                        <a14:foregroundMark x1="68000" y1="27813" x2="68000" y2="27813"/>
                        <a14:foregroundMark x1="78333" y1="10625" x2="78333" y2="10625"/>
                        <a14:foregroundMark x1="95222" y1="10938" x2="95222" y2="10938"/>
                        <a14:foregroundMark x1="89778" y1="10313" x2="90333" y2="10625"/>
                        <a14:foregroundMark x1="97000" y1="28125" x2="97000" y2="28125"/>
                        <a14:foregroundMark x1="91111" y1="2188" x2="91111" y2="2188"/>
                        <a14:foregroundMark x1="36778" y1="26875" x2="36778" y2="26875"/>
                        <a14:foregroundMark x1="44444" y1="19375" x2="44444" y2="19375"/>
                        <a14:foregroundMark x1="52111" y1="19688" x2="52111" y2="19688"/>
                        <a14:foregroundMark x1="26222" y1="62500" x2="26222" y2="62500"/>
                        <a14:foregroundMark x1="25111" y1="64688" x2="25111" y2="64688"/>
                        <a14:foregroundMark x1="18444" y1="87813" x2="18444" y2="87813"/>
                        <a14:foregroundMark x1="45889" y1="82188" x2="45889" y2="82188"/>
                        <a14:foregroundMark x1="55333" y1="83125" x2="55333" y2="83125"/>
                        <a14:foregroundMark x1="49000" y1="59062" x2="49000" y2="59062"/>
                        <a14:foregroundMark x1="11000" y1="30312" x2="11000" y2="30312"/>
                        <a14:foregroundMark x1="2778" y1="27813" x2="2778" y2="27813"/>
                        <a14:foregroundMark x1="73444" y1="70938" x2="73444" y2="70938"/>
                        <a14:foregroundMark x1="81556" y1="81563" x2="81556" y2="8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754" y="2894029"/>
            <a:ext cx="5160308" cy="183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91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915527-59A7-49E7-967C-C4AFF18DDBA2}"/>
              </a:ext>
            </a:extLst>
          </p:cNvPr>
          <p:cNvSpPr/>
          <p:nvPr/>
        </p:nvSpPr>
        <p:spPr>
          <a:xfrm>
            <a:off x="0" y="0"/>
            <a:ext cx="12192000" cy="1411550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Solução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61B1D9-2006-4C6B-B08D-A46EC1859E36}"/>
              </a:ext>
            </a:extLst>
          </p:cNvPr>
          <p:cNvSpPr/>
          <p:nvPr/>
        </p:nvSpPr>
        <p:spPr>
          <a:xfrm>
            <a:off x="329937" y="2441541"/>
            <a:ext cx="5015060" cy="94361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BBBC78-91AE-40C8-A0CC-7CC77E2A0051}"/>
              </a:ext>
            </a:extLst>
          </p:cNvPr>
          <p:cNvSpPr/>
          <p:nvPr/>
        </p:nvSpPr>
        <p:spPr>
          <a:xfrm>
            <a:off x="-613957" y="3044902"/>
            <a:ext cx="6902847" cy="2370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Desenvolver código em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python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2"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Utilizar programação centrada em objetos.</a:t>
            </a: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Utilizar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zmq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linguagem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pt-P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comunição</a:t>
            </a: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pt-P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deve estar organizado em camadas. </a:t>
            </a: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etris, Tetris Amigos, Tetromino png transparente grátis">
            <a:extLst>
              <a:ext uri="{FF2B5EF4-FFF2-40B4-BE49-F238E27FC236}">
                <a16:creationId xmlns:a16="http://schemas.microsoft.com/office/drawing/2014/main" id="{7C4F0D72-A063-4503-8857-F9EAD554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188" b="90000" l="2778" r="97000">
                        <a14:foregroundMark x1="22111" y1="27813" x2="22111" y2="27813"/>
                        <a14:foregroundMark x1="4889" y1="28750" x2="4889" y2="28750"/>
                        <a14:foregroundMark x1="43111" y1="25313" x2="43111" y2="25313"/>
                        <a14:foregroundMark x1="36111" y1="6875" x2="36111" y2="6875"/>
                        <a14:foregroundMark x1="51000" y1="67188" x2="51000" y2="67188"/>
                        <a14:foregroundMark x1="61333" y1="29688" x2="61333" y2="29688"/>
                        <a14:foregroundMark x1="68000" y1="27813" x2="68000" y2="27813"/>
                        <a14:foregroundMark x1="78333" y1="10625" x2="78333" y2="10625"/>
                        <a14:foregroundMark x1="95222" y1="10938" x2="95222" y2="10938"/>
                        <a14:foregroundMark x1="89778" y1="10313" x2="90333" y2="10625"/>
                        <a14:foregroundMark x1="97000" y1="28125" x2="97000" y2="28125"/>
                        <a14:foregroundMark x1="91111" y1="2188" x2="91111" y2="2188"/>
                        <a14:foregroundMark x1="36778" y1="26875" x2="36778" y2="26875"/>
                        <a14:foregroundMark x1="44444" y1="19375" x2="44444" y2="19375"/>
                        <a14:foregroundMark x1="52111" y1="19688" x2="52111" y2="19688"/>
                        <a14:foregroundMark x1="26222" y1="62500" x2="26222" y2="62500"/>
                        <a14:foregroundMark x1="25111" y1="64688" x2="25111" y2="64688"/>
                        <a14:foregroundMark x1="18444" y1="87813" x2="18444" y2="87813"/>
                        <a14:foregroundMark x1="45889" y1="82188" x2="45889" y2="82188"/>
                        <a14:foregroundMark x1="55333" y1="83125" x2="55333" y2="83125"/>
                        <a14:foregroundMark x1="49000" y1="59062" x2="49000" y2="59062"/>
                        <a14:foregroundMark x1="11000" y1="30312" x2="11000" y2="30312"/>
                        <a14:foregroundMark x1="2778" y1="27813" x2="2778" y2="27813"/>
                        <a14:foregroundMark x1="73444" y1="70938" x2="73444" y2="70938"/>
                        <a14:foregroundMark x1="81556" y1="81563" x2="81556" y2="8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754" y="2894029"/>
            <a:ext cx="5160308" cy="183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698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915527-59A7-49E7-967C-C4AFF18DDBA2}"/>
              </a:ext>
            </a:extLst>
          </p:cNvPr>
          <p:cNvSpPr/>
          <p:nvPr/>
        </p:nvSpPr>
        <p:spPr>
          <a:xfrm>
            <a:off x="0" y="0"/>
            <a:ext cx="12192000" cy="1411550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Diagrama de domínio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3A6469-0EB1-46E4-93EF-A2F3095F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411550"/>
            <a:ext cx="7848600" cy="53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01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2F5464-553C-434A-BDAC-32BCA6A3FF2B}"/>
              </a:ext>
            </a:extLst>
          </p:cNvPr>
          <p:cNvSpPr/>
          <p:nvPr/>
        </p:nvSpPr>
        <p:spPr>
          <a:xfrm>
            <a:off x="1" y="-62144"/>
            <a:ext cx="12192000" cy="5317724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9600" b="1" dirty="0">
                <a:latin typeface="Arial" panose="020B0604020202020204" pitchFamily="34" charset="0"/>
                <a:cs typeface="Arial" panose="020B0604020202020204" pitchFamily="34" charset="0"/>
              </a:rPr>
              <a:t>Demostração do jogo</a:t>
            </a:r>
          </a:p>
        </p:txBody>
      </p:sp>
      <p:pic>
        <p:nvPicPr>
          <p:cNvPr id="4098" name="Picture 2" descr="Logos | Universidade dos Açores">
            <a:extLst>
              <a:ext uri="{FF2B5EF4-FFF2-40B4-BE49-F238E27FC236}">
                <a16:creationId xmlns:a16="http://schemas.microsoft.com/office/drawing/2014/main" id="{52823A6E-9ACB-4FFA-BE4C-000497B88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221" y="5586724"/>
            <a:ext cx="2107870" cy="96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669EADC-576D-45AF-ABEB-ED831309ADAF}"/>
              </a:ext>
            </a:extLst>
          </p:cNvPr>
          <p:cNvSpPr txBox="1"/>
          <p:nvPr/>
        </p:nvSpPr>
        <p:spPr>
          <a:xfrm>
            <a:off x="0" y="5675453"/>
            <a:ext cx="450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Manuel Cabral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Pedro Melo 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Salif Faustino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EC1A55-3241-4296-8049-8DC2791C03BD}"/>
              </a:ext>
            </a:extLst>
          </p:cNvPr>
          <p:cNvSpPr txBox="1"/>
          <p:nvPr/>
        </p:nvSpPr>
        <p:spPr>
          <a:xfrm>
            <a:off x="4500979" y="5813952"/>
            <a:ext cx="450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Prof. Francisco Martins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        José Cascalho </a:t>
            </a:r>
          </a:p>
        </p:txBody>
      </p:sp>
    </p:spTree>
    <p:extLst>
      <p:ext uri="{BB962C8B-B14F-4D97-AF65-F5344CB8AC3E}">
        <p14:creationId xmlns:p14="http://schemas.microsoft.com/office/powerpoint/2010/main" val="42067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231722-9DDA-41D2-857D-A831201FC777}"/>
              </a:ext>
            </a:extLst>
          </p:cNvPr>
          <p:cNvSpPr/>
          <p:nvPr/>
        </p:nvSpPr>
        <p:spPr>
          <a:xfrm>
            <a:off x="0" y="0"/>
            <a:ext cx="4185920" cy="6857999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Como garantir exclusão mútua</a:t>
            </a:r>
          </a:p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9C10B39-290C-435B-9683-BFCD44A44EAD}"/>
              </a:ext>
            </a:extLst>
          </p:cNvPr>
          <p:cNvSpPr/>
          <p:nvPr/>
        </p:nvSpPr>
        <p:spPr>
          <a:xfrm>
            <a:off x="4158094" y="275723"/>
            <a:ext cx="1436033" cy="122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P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F2F52C-61D5-480D-A12A-0A6813CD7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094" y="149086"/>
            <a:ext cx="8411179" cy="67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2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915527-59A7-49E7-967C-C4AFF18DDBA2}"/>
              </a:ext>
            </a:extLst>
          </p:cNvPr>
          <p:cNvSpPr/>
          <p:nvPr/>
        </p:nvSpPr>
        <p:spPr>
          <a:xfrm>
            <a:off x="0" y="0"/>
            <a:ext cx="12192000" cy="1411550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600" b="1" dirty="0">
                <a:latin typeface="Arial" panose="020B0604020202020204" pitchFamily="34" charset="0"/>
                <a:cs typeface="Arial" panose="020B0604020202020204" pitchFamily="34" charset="0"/>
              </a:rPr>
              <a:t>Futuras melhorias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DF343B-F534-406E-8729-AE75E61BBF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7" t="7674" r="5451" b="10189"/>
          <a:stretch/>
        </p:blipFill>
        <p:spPr>
          <a:xfrm>
            <a:off x="2935356" y="1938131"/>
            <a:ext cx="6321287" cy="19480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B0CDB97-7BEE-438B-A8D5-27303005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24" y="4412782"/>
            <a:ext cx="56578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9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2F5464-553C-434A-BDAC-32BCA6A3FF2B}"/>
              </a:ext>
            </a:extLst>
          </p:cNvPr>
          <p:cNvSpPr/>
          <p:nvPr/>
        </p:nvSpPr>
        <p:spPr>
          <a:xfrm>
            <a:off x="1" y="-62144"/>
            <a:ext cx="12192000" cy="5317724"/>
          </a:xfrm>
          <a:prstGeom prst="rect">
            <a:avLst/>
          </a:prstGeom>
          <a:solidFill>
            <a:srgbClr val="3C62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9600" b="1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  <a:p>
            <a:pPr algn="ctr"/>
            <a:r>
              <a:rPr lang="pt-PT" sz="9600" b="1" dirty="0">
                <a:latin typeface="Arial" panose="020B0604020202020204" pitchFamily="34" charset="0"/>
                <a:cs typeface="Arial" panose="020B0604020202020204" pitchFamily="34" charset="0"/>
              </a:rPr>
              <a:t>Questões?</a:t>
            </a:r>
          </a:p>
        </p:txBody>
      </p:sp>
      <p:pic>
        <p:nvPicPr>
          <p:cNvPr id="4098" name="Picture 2" descr="Logos | Universidade dos Açores">
            <a:extLst>
              <a:ext uri="{FF2B5EF4-FFF2-40B4-BE49-F238E27FC236}">
                <a16:creationId xmlns:a16="http://schemas.microsoft.com/office/drawing/2014/main" id="{52823A6E-9ACB-4FFA-BE4C-000497B88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221" y="5586724"/>
            <a:ext cx="2107870" cy="96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669EADC-576D-45AF-ABEB-ED831309ADAF}"/>
              </a:ext>
            </a:extLst>
          </p:cNvPr>
          <p:cNvSpPr txBox="1"/>
          <p:nvPr/>
        </p:nvSpPr>
        <p:spPr>
          <a:xfrm>
            <a:off x="0" y="5675453"/>
            <a:ext cx="450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Manuel Cabral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Pedro Melo 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Salif Faustino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EC1A55-3241-4296-8049-8DC2791C03BD}"/>
              </a:ext>
            </a:extLst>
          </p:cNvPr>
          <p:cNvSpPr txBox="1"/>
          <p:nvPr/>
        </p:nvSpPr>
        <p:spPr>
          <a:xfrm>
            <a:off x="4500979" y="5813952"/>
            <a:ext cx="450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Prof. Francisco Martins</a:t>
            </a:r>
          </a:p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        José Cascalho </a:t>
            </a:r>
          </a:p>
        </p:txBody>
      </p:sp>
    </p:spTree>
    <p:extLst>
      <p:ext uri="{BB962C8B-B14F-4D97-AF65-F5344CB8AC3E}">
        <p14:creationId xmlns:p14="http://schemas.microsoft.com/office/powerpoint/2010/main" val="42268385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141</Words>
  <Application>Microsoft Office PowerPoint</Application>
  <PresentationFormat>Ecrã Panorâmico</PresentationFormat>
  <Paragraphs>57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Salif Henrique Faustino</dc:creator>
  <cp:lastModifiedBy>Salif Henrique Faustino</cp:lastModifiedBy>
  <cp:revision>1</cp:revision>
  <dcterms:created xsi:type="dcterms:W3CDTF">2021-06-15T14:52:27Z</dcterms:created>
  <dcterms:modified xsi:type="dcterms:W3CDTF">2021-06-18T23:31:02Z</dcterms:modified>
</cp:coreProperties>
</file>